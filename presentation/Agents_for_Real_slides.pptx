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- ReAct: Reason + Act → Observation loop; great for short tasks and few tools. Show a single tool call trace from the notebook. Mention guardrails: step limit and parsing errors.
- Planner/Executor: LLM drafts a plan, executor runs steps, re-plans on failure; better global context but slower. Call out retries, timeouts, and cost tracking.
- Graph / multi‑agent: Nodes = skills; edges = routing; shared state; easy to version, test, and add human‑review. Demo LangGraph g3: route (calc vs retrieve) → answer → human_review (interrupt) → accept/reject loop.
- Trade‑offs: ReAct (simple, fast) vs Planner/Executor (structured, costlier) vs Graph (most control/observability).
- Transition line: “We’ll start with ReAct, then add routing, then close with human‑in‑the‑loop and MCP tools.”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LangChain vs LangFlow
Definitions
- LangChain (code-first): Python-first framework. LCEL = LangChain Expression Language (composable chains, streaming, retries).
- LangFlow (visual): Drag-and-drop DAG editor for LangChain objects. Export/import JSON. Run flows via REST; can expose endpoints/tools (incl. MCP).
When to choose each
- Use LangChain when you need: 
  - Version control + PR review, unit tests, CI/CD, reproducible builds, fine-grained error handling.
  - Library interop (LangGraph, LangSmith), typed state, and custom tool/security wrappers.
- Use LangFlow when you need:
  - Fast prototyping with non-dev collaborators, quick parameter tuning, and live demos.
  - Visual DAGs that you can export to JSON and call from services via REST.
Deployment paths
- LangChain: package as a service or notebook; containerize; add observability (LangSmith) and evaluations; store prompts and chains in repo.
- LangFlow: self-host or local; secure REST with API keys; export JSON and keep it versioned alongside code; treat environment variables as secrets.
Costs/latency and ops
- Both call the same models/tools; cost is similar. Visual runtime may add a small network hop for REST.
- Keep tool allow-lists, rate limits, and circuit breakers in both.
Interop patterns
- Prototype in LangFlow → export JSON → either invoke via REST or load the exported config into a LangChain service.
- Surface the same tools directly in LangChain and (optionally) via an MCP server for controlled access by multiple agents/clients.
Demo cue
- Flow today: code-first agent → call a LangFlow flow via REST → show MCP tools and controlled access.
Takeaway
- Start visual to align on design, then move stable graphs into code for tests, CI, and hardened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**AI Agents Unplugged**</dc:title>
  <dc:subject>PptxGenJS Presentation</dc:subject>
  <dc:creator>Created by Marp</dc:creator>
  <cp:lastModifiedBy>Created by Marp</cp:lastModifiedBy>
  <cp:revision>1</cp:revision>
  <dcterms:created xsi:type="dcterms:W3CDTF">2025-12-07T22:55:40Z</dcterms:created>
  <dcterms:modified xsi:type="dcterms:W3CDTF">2025-12-07T22:55:40Z</dcterms:modified>
</cp:coreProperties>
</file>